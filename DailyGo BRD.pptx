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D424-2660-492B-9894-11335972EB8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9BDA-C738-4860-9EB4-EAAD361D3B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D424-2660-492B-9894-11335972EB8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9BDA-C738-4860-9EB4-EAAD361D3B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D424-2660-492B-9894-11335972EB8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9BDA-C738-4860-9EB4-EAAD361D3B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D424-2660-492B-9894-11335972EB8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9BDA-C738-4860-9EB4-EAAD361D3B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D424-2660-492B-9894-11335972EB8A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9BDA-C738-4860-9EB4-EAAD361D3B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D424-2660-492B-9894-11335972EB8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9BDA-C738-4860-9EB4-EAAD361D3B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D424-2660-492B-9894-11335972EB8A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9BDA-C738-4860-9EB4-EAAD361D3B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D424-2660-492B-9894-11335972EB8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9BDA-C738-4860-9EB4-EAAD361D3B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D424-2660-492B-9894-11335972EB8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9BDA-C738-4860-9EB4-EAAD361D3B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D424-2660-492B-9894-11335972EB8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9BDA-C738-4860-9EB4-EAAD361D3B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D424-2660-492B-9894-11335972EB8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9BDA-C738-4860-9EB4-EAAD361D3B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17D424-2660-492B-9894-11335972EB8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429BDA-C738-4860-9EB4-EAAD361D3B0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4023995" y="118745"/>
            <a:ext cx="4478655" cy="67564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Daily</a:t>
            </a:r>
            <a:r>
              <a:rPr lang="en-US" altLang="en-IN" sz="4000" dirty="0">
                <a:solidFill>
                  <a:srgbClr val="FF0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G</a:t>
            </a:r>
            <a:r>
              <a:rPr lang="en-US" alt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o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  <a:endParaRPr lang="en-IN" sz="4000" dirty="0">
              <a:solidFill>
                <a:schemeClr val="accent5">
                  <a:lumMod val="7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" name="TextBox 2"/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/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  <a:endParaRPr lang="en-IN" sz="2400" b="1" dirty="0">
              <a:solidFill>
                <a:schemeClr val="bg1"/>
              </a:solidFill>
              <a:highlight>
                <a:srgbClr val="000000"/>
              </a:highlight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4" descr="Microsoft SQL Server color icon in PNG, SVG"/>
          <p:cNvPicPr>
            <a:picLocks noChangeAspect="1" noChangeArrowheads="1"/>
          </p:cNvPicPr>
          <p:nvPr/>
        </p:nvPicPr>
        <p:blipFill>
          <a:blip r:embed="rId1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4024311" y="119060"/>
            <a:ext cx="4401933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Daily</a:t>
            </a:r>
            <a:r>
              <a:rPr lang="en-IN" sz="4000" dirty="0" err="1">
                <a:solidFill>
                  <a:srgbClr val="FF0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G</a:t>
            </a:r>
            <a:r>
              <a:rPr lang="en-IN" sz="40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o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  <a:endParaRPr lang="en-IN" sz="4000" dirty="0">
              <a:solidFill>
                <a:schemeClr val="accent5">
                  <a:lumMod val="7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" name="TextBox 2"/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6" name="TextBox 2"/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  <a:endParaRPr lang="en-IN" sz="2400" b="1" dirty="0">
              <a:solidFill>
                <a:schemeClr val="bg1"/>
              </a:solidFill>
              <a:highlight>
                <a:srgbClr val="000000"/>
              </a:highlight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1" name="Picture 4" descr="Microsoft SQL Server color icon in PNG, SVG"/>
          <p:cNvPicPr>
            <a:picLocks noChangeAspect="1" noChangeArrowheads="1"/>
          </p:cNvPicPr>
          <p:nvPr/>
        </p:nvPicPr>
        <p:blipFill>
          <a:blip r:embed="rId1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4024312" y="119060"/>
            <a:ext cx="4441262" cy="718848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Daily</a:t>
            </a:r>
            <a:r>
              <a:rPr lang="en-IN" sz="4000" dirty="0" err="1">
                <a:solidFill>
                  <a:srgbClr val="FF0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G</a:t>
            </a:r>
            <a:r>
              <a:rPr lang="en-IN" sz="40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o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  <a:endParaRPr lang="en-IN" sz="4000" dirty="0">
              <a:solidFill>
                <a:schemeClr val="accent5">
                  <a:lumMod val="7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" name="TextBox 2"/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6" name="TextBox 2"/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  <a:endParaRPr lang="en-IN" sz="2400" b="1" dirty="0">
              <a:solidFill>
                <a:schemeClr val="bg1"/>
              </a:solidFill>
              <a:highlight>
                <a:srgbClr val="000000"/>
              </a:highlight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  <a:endParaRPr lang="en-US" alt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  <a:endParaRPr lang="en-US" alt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  <a:endParaRPr lang="en-US" alt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11" name="Picture 4" descr="Microsoft SQL Server color icon in PNG, SVG"/>
          <p:cNvPicPr>
            <a:picLocks noChangeAspect="1" noChangeArrowheads="1"/>
          </p:cNvPicPr>
          <p:nvPr/>
        </p:nvPicPr>
        <p:blipFill>
          <a:blip r:embed="rId1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1839</Words>
  <Application>WPS Presentation</Application>
  <PresentationFormat>Widescreen</PresentationFormat>
  <Paragraphs>45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SimSun</vt:lpstr>
      <vt:lpstr>Wingdings</vt:lpstr>
      <vt:lpstr>Segoe UI Black</vt:lpstr>
      <vt:lpstr>Arial Rounded MT Bold</vt:lpstr>
      <vt:lpstr>Aptos</vt:lpstr>
      <vt:lpstr>Segoe UI</vt:lpstr>
      <vt:lpstr>Microsoft YaHei</vt:lpstr>
      <vt:lpstr>Arial Unicode MS</vt:lpstr>
      <vt:lpstr>Aptos Display</vt:lpstr>
      <vt:lpstr>Segoe UI Variable Display</vt:lpstr>
      <vt:lpstr>Calibri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Thamarai kannan</dc:creator>
  <cp:lastModifiedBy>ktham</cp:lastModifiedBy>
  <cp:revision>2</cp:revision>
  <dcterms:created xsi:type="dcterms:W3CDTF">2026-10-24T11:11:00Z</dcterms:created>
  <dcterms:modified xsi:type="dcterms:W3CDTF">2026-10-24T14:30:34Z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4C53AADD1E644F76B2BEA9E01D585E08_12</vt:lpwstr>
  </property>
  <property fmtid="{D5CDD505-2E9C-101B-9397-08002B2CF9AE}" pid="3" name="KSOProductBuildVer">
    <vt:lpwstr>1033-12.1.0.29162</vt:lpwstr>
  </property>
</Properties>
</file>